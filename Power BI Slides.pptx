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  <p:sldId id="257" r:id="rId6"/>
    <p:sldId id="256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>
                <a:extLst>
                  <a:ext uri="{FF2B5EF4-FFF2-40B4-BE49-F238E27FC236}">
                    <a16:creationId xmlns:a16="http://schemas.microsoft.com/office/drawing/2014/main" id="{F14C00B0-E690-6ABC-DBC2-5BFA49166E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0693679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>
                <a:extLst>
                  <a:ext uri="{FF2B5EF4-FFF2-40B4-BE49-F238E27FC236}">
                    <a16:creationId xmlns:a16="http://schemas.microsoft.com/office/drawing/2014/main" id="{F14C00B0-E690-6ABC-DBC2-5BFA49166E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267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8314061A-CC81-FB01-7A5F-B392D15B7C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2797841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8314061A-CC81-FB01-7A5F-B392D15B7C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768667" y="18951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48056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1FB9C4AB-9397-4C38-8662-DD749B1BEA5A}">
  <we:reference id="wa200003233" version="2.0.0.3" store="pt-BR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5F8FA&quot;"/>
    <we:property name="bookmark" value="&quot;H4sIAAAAAAAAA+1YUU/jOBD+Kygv+1JQ0iRtwxsU0KHlVmhB3MMJnRx7knrXjbOOw9JF+UP3N+6P3dhOCmXTwsKebgW8VO54PJ75Zr7JJDce41UpyOIDmYO36+1L+XlO1OetwBt4hZMlWZYESRgzn5BJEkBAwOzKUnNZVN7ujaeJykFf8KomwhhC4Z+XA69UUIG6gg/w1e3hL0+54Hrh7WpVw8AjQpyS3BzIiKhQUIKqZEEE/wbuTOVUm4EH16WQiphbzzTRYG6+QnX8j14GOyE6RajmV3AGVDupP6TEh4zAaDQas9iPR+MY1SqnYJ3vVTGm7fVTWWjCC7zGyCZ+lLAIYJKwSTBO/VEap0aecaFblXRxeF0qBABhWZQGvz12RQoKzLMhICbO4xvvNw6KKDpbnMAVCCM57N//futUSURKLy6I4g4RWSsK3ys6+UfI7FahLfbob4EucYNug8i2yV8aQ0+7C1B8YLA2anf8addfak62GGwxookz1Ybi7RXS/p/Jr1MFaIF5u34zWIIyRVEuFadEvCpcfv/n76oHmEuUVLzIRVv1twV47vCqBKegDO3ST1i8ttTmgLQzixywQM0hLLrSOcihui3M1dVFx5nhwDtScm6PtaGaZCzROJGYHRPlOUkF/MWScZSGabrNQhhtRyRMtycxS7cppBAnLIwmLMLjzmEMaeD9MQMF1jzSiHHdYn9crOajalVEPS8eyFSXTnTUgHgnG67g8NILImrbgdDmCdcOmBsnRr2hH4QnRvOywZ+msWdMnnrQm0tm8QXL6F5z7/ZJxek7r2mcua4FoWef7jSZpVMvu7pb1r/sIFsKG8pSQmfAjiy1DtyD9FjD3CWaM+NYRfG2Y7ucynmJflTO/dt/73lhmoC5IdNu6xFUeBZNe8kz8D7yfKbXVHpHnMYork4NZsszPEKikKLqHtAOBiWFXXUcQDVhkHS7X2pQC4zIatzmbsfEs7PM2k5PTnaM02iMVwiXIGVlOqmbKjgDC857WPxAb/n5gFrvTnlRdK4ZajwjYlt5a0JevQeVlJQ2lR0YyxaEe3TGBVNQtHV6T2Fd+qOTLqZzmeOj6k5Qj7YRrrFx2XbPJIIoimiaMRYPIfSzLMoenLA2DRM/lvp73eNORnHJaqo3DjVrJ729PFeQk+4BePifeLh1RgzTjPSoLtoJ2H/CrFFymM6I0ivTBh6SioHaX1jkD7jqhmwcIw5/nWhNcfU+gtsiWTyhITymKi5tX4R4mCUsY0OaxVkYDKM0iN9eEN5eEJ79gvA4YH5WWZ9BPseG/hqaHRV1hdQE5jzrbXwP95OXXJGva6i3XXzMEhimMU1Sf5zQgJFhaGf5TYWk4Vqn8nq1dqw1FpMAJ8ggS7KY+QFlcfA20jyuDyHJt04RBbjH9OAJTCeo++vPNZtC/j9nG1vKfR+fZK2rklA4JQX0fEOxr4QMmLf5O4r9/Lv8itI0/wLFoCBUmRYAAA==&quot;"/>
    <we:property name="creatorSessionId" value="&quot;1befe263-3467-4663-b644-1da485b773bd&quot;"/>
    <we:property name="creatorTenantId" value="&quot;fdc2ef3d-a3d1-4058-a908-011c1171e616&quot;"/>
    <we:property name="creatorUserId" value="&quot;100320059D4DCC80&quot;"/>
    <we:property name="datasetId" value="&quot;1e48b956-cddf-48b3-a410-1414ed7ef727&quot;"/>
    <we:property name="embedUrl" value="&quot;/reportEmbed?reportId=e3a72141-c19f-43b3-8eea-89f2ad2acb23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initialStateBookmark" value="&quot;H4sIAAAAAAAAA+1Y227bOBD9lYAvfXECyZbsOG+5YoNcGiRB9mERFBQ5ktnSokpRbtxAP7S/sT+2Q1Jy4lS5NOliiyQvhjwcDmfOzBmNeE24KAtJ58d0CmSDbCn1ZUr1l5WQ9EjeyD5+PDjaPD34dLx5tItiVRih8pJsXBNDdQbmQpQVldYCCv+67JFCQwl6Bsfwza/hr0iEFGZONoyuoEeolCc0sxtSKksUFKBLlVMpvoPfU3rVukfgqpBKU3vqmaEG7MkzVMf/6F64NkCnKDNiBmfAjJcGfUYDSCkMh8MRj4N4OIpRrfQKzvlOFWvaHb+tckNFjsdY2XoQjXkEsD7m6+EoCYZJnFh5KqRpVJL57lWhEQCEZV5Y4Db5jOYMOHEhICbe42vyhwBNNZvMD2EG0kp2u9d/XDrRCpEy8wuqhUdEVZrBj4pefgqpW8qNwx79zdElYdGtEdkm6wtj6Gl7AIp3LNZW7ZY/zfPXStAVDiucGupNNaGQzVy5/xP1bVsDWuBkI6h7C1C2UZQpLRiVbwqXo3/+LjuAuURJKfJMNlV/U4DnHq9SCgba0i75jMXrSm0KSDv7kAEWqN2ERVd4BwWUN4W5/HTRcqbfI3taTd22JlSbjAUahwqzY6M8p4mET3w8ipJBkqzyAQxXIzpIVtdjnqwySCAe80G0ziPc7h3GkHrkzwlocOaRRlyYBvv9fDkfZaMiq2n+SKbadKKjFsRb2fAFh4deUFm5DoQ2D4XxwFx7Mer1g3BwaDUva/ypa7fH5qkDvaniDl9wjO4092GLloJ9IHXtzbUtCD37fKvJLJx63dXdsP51B9lQ2FKWUTYBvueotePfoPsGpj7RglvHSoan7bvHbTUt0I/Su3/z70DktgnYE1Ljl55AhRfRtJM8PXIqsom5p9Jb4tRWcXlcsEvE8giJQvOyfUF7GLSS7qnlAKpJi6Rf/VqBnmNETuMmd2s2nrVF1tY6crJmnUZjokS4JC1K20n9VCE4OHAOYP4TveXXA+q8OxF53rpmqfGCiF3l3RPy8jmopJVyqWzBWLQgXGMTIbmGvKnTOwr3pT86bGM6Vxm+qm4F9WQbg3tsXDbdcxxBFEUsSTmP+zAI0jRKH52wHhomfi71d7rHrYziI6+YeXCouXfS28wyDRltX4C7/4mHK2fUMs1K96q8mYCDZ8wahYDtCdVmadrATUpz0Ftzh/yO0O2QjWPE7u8TrS2uzldwUyTzZzSEp1TFpeuLEPfTMU95n6VxOgj7URLG7x8I7x8IL/5AeBowv6qszyCbYkN/C82OyapEagL3nnU2vsf7yWuuyLc11LsuPuJj6CcxGyfBaMxCTvsDN8s/VEgGrkyirpZrx1njMQ1xggzTcRrzIGQ8Dt9Hmqf1IST5ygmiAHeYHj6D6RR1f/+55qGQ/8/ZxpVy1+WTqkxZUAYnNIeOOxT3SciBk4fvUdz1L3GHzOwtsXzs4sV+NSxuXer6X0ueN27CFgAA&quot;"/>
    <we:property name="isFiltersActionButtonVisible" value="true"/>
    <we:property name="isVisualContainerHeaderHidden" value="false"/>
    <we:property name="pageDisplayName" value="&quot;Página 1&quot;"/>
    <we:property name="pageName" value="&quot;02ca0efae6667d505675&quot;"/>
    <we:property name="reportEmbeddedTime" value="&quot;2026-09-03T16:19:53.309Z&quot;"/>
    <we:property name="reportName" value="&quot;Financial Sample&quot;"/>
    <we:property name="reportState" value="&quot;CONNECTED&quot;"/>
    <we:property name="reportUrl" value="&quot;/groups/me/reports/e3a72141-c19f-43b3-8eea-89f2ad2acb23/02ca0efae6667d505675?bookmarkGuid=c55a0330-8837-4aaf-8d70-8de4071f0e6e&amp;bookmarkUsage=1&amp;ctid=fdc2ef3d-a3d1-4058-a908-011c1171e616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45EE71F-0B59-49BA-A068-B6A129E18CB2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e3a72141-c19f-43b3-8eea-89f2ad2acb23/f32f7578c680fa738ae2?bookmarkGuid=d8dc528a-5f84-4469-9d22-c6e4f5db6920&amp;bookmarkUsage=1&amp;ctid=fdc2ef3d-a3d1-4058-a908-011c1171e616&amp;fromEntryPoint=export&quot;"/>
    <we:property name="reportName" value="&quot;Financial Sample&quot;"/>
    <we:property name="reportState" value="&quot;CONNECTED&quot;"/>
    <we:property name="embedUrl" value="&quot;/reportEmbed?reportId=e3a72141-c19f-43b3-8eea-89f2ad2acb23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pageName" value="&quot;f32f7578c680fa738ae2&quot;"/>
    <we:property name="pageDisplayName" value="&quot;Página 2&quot;"/>
    <we:property name="datasetId" value="&quot;1e48b956-cddf-48b3-a410-1414ed7ef727&quot;"/>
    <we:property name="backgroundColor" value="&quot;#FDFAFC&quot;"/>
    <we:property name="bookmark" value="&quot;H4sIAAAAAAAAA+1XyW7bMBD9FYNno9Bibbk5Tooe0iCo21yKHEbiyGFCiypFOXaD/FB/oz/WISVnabYiSJHU6cEyOTOaefNmuOiccdHUElb7MEe2xbaVOp2DPh34bMiqTpZnmR/4cZbHSR55mGVFzEmraiNU1bCtc2ZAz9AciqYFaR2R8OvRkNUaG9QL3MezTkdPkQspzIptGd3ikIGUBzCzL5QgGxLUqBtVgRTfsXun6UwvhgyXtVQabNSpAYM28oLMaU4o/XchgYLCiAVOsTCdtAyDMomStIhTr4QkTAEDMms6Awf+ThPr2oWfqMqAqCiMlfmQ5Bnn2Yh+AUYpcPStvBHVTPaAr979vKotfwaXJldLS1l+QoGtp4sLSihMiszL/ZzzuEx4USQxzx0iIU0fMF/tLmtNdBLJnbcxX0BVoK0AEUIMd/mfs/FspnEGpp/u3lBOlGznd8inqtUFfsLSqSrjSkMAKoohLPkW54FWVBan+VIJ0wymSnKned9WPdOenR6rs4lGKg23giOSPEhMAZr3qhvc0ERz1Nsrl/eO0OtyBsPf4L94zpQkiaI0KnMeYsJLSOOgiIMofuWFHExBYvN2inhfvusCZl6YjIIwy6LIK7MsDfHRAk6Io5nSonCp41+BPVFtZfSK3S7McOMaSbYNkY18G/TkGLT5R/tpfQiR8cm1Y6bvlg7+87fHkTtR8iTN/QBS8EdeHPA4GgH/38d/hJCGpTDP0Me1wNffvvdl+7Lti3QBCrzYizK6iQWFH/HMe/o5+kGgBl0cr/ZwgfI22kv9bdUa4yFo0V04XWZPzLi/W186YzdI2LFXWWt2DU8//tYKGHAccDDQuepTYeNKPbiWHlrTm8zLx58/mrewyVwelh2yOzecx9fxJndCv0I2O8m+3e3u6TbQq/qzOdI3uR2o1jQ1FHgAFbqq111Qgc6OVgFUHHk/1vZ/T1BvdV13CLK1qN3nOXNhXLRf2jVOMjkQAAA=&quot;"/>
    <we:property name="initialStateBookmark" value="&quot;H4sIAAAAAAAAA+1X227bMAz9lUDPweDY8a1vadphQK9Ytr4MxUBbdKpWsTxZTpsV/aH9xn5slOz0st6GokO7dA9xJJISDw+p2znjoq4kLHZhhmyNrSt1MgN90huwPis72d7e1s7o49bX3dHOJolVZYQqa7Z2zgzoKZoDUTcg7Qwk/HLYZ5XGGvUcd/G01dFXZEIKs2BrRjfYZyDlPkztgAJkTYIKda1KkOI7tmPq1vSiz/CskkqD9ToxYNB6npM59Qne4F1AoCA3Yo4TzE0rLQK/iMM4yaPEKyAOEkCfzOrWwIG/08RO7dyPVWlAlOTGygYQZynn6ZB+PoYJcBxYeS3KqewAX439tKgscQbPTKbOLGXZMTm2M11cUEBBnKdeNsg4j4qY53kc8cwhEtJ0DrPF5lmliU4iuZ1txOdQ5siZI4QYbuM/Z6PpVOMUTNfdvKEcK9nM7pBPVKNz/IiFU5XGpYYAlORDWPItzn2tKC1O87kUpu5NlORO874pO6Y92z1Sp2ONlBpuBYckeZCYHDTvVDe4oY7mqNcXLu4NoZfp9Pu/wX/xmClIEoVJWGQ8wJgXkER+Hvlh9MoT2ZuAxPrtJPG+eJcJTL0gHvpBmoahV6RpEuCjCRwTR1OlRe5Cx78Ce6ya0ugFu52Y/soVkmxqIhv5OujxEWjzj9bT8hAi4+Nrx0xXLS385y+PQ3eiZHGSDXxIYDD0Ip9H4RD4/zr+I4TULIR5hjquBL7+8r0v2pctX6QLkO9FXpjSTczPByFPvaefox8EatD50WIb5yhvo73U31YtMR6AFu2F00X2xIi7S/XlZOwGCRv2KmvNruHp2t8aAT2OPQ4G2qm6UNioVA+upYfW9CrzsvPzR/0WNpnLw7JFdueG8/g6XuVK6FbIagfZlbvdPd0GepV/NkN6k9uGakxdQY77UKLLetU6FejsaBVAyZF3bW3/twXVVlt1ByAbi9o9z5lzMreveImPDLCPduZgOXS/AJOwRYBiEAAA&quot;"/>
    <we:property name="isFiltersActionButtonVisible" value="true"/>
    <we:property name="isVisualContainerHeaderHidden" value="false"/>
    <we:property name="reportEmbeddedTime" value="&quot;2026-09-03T16:21:21.152Z&quot;"/>
    <we:property name="creatorTenantId" value="&quot;fdc2ef3d-a3d1-4058-a908-011c1171e616&quot;"/>
    <we:property name="creatorUserId" value="&quot;100320059D4DCC80&quot;"/>
    <we:property name="creatorSessionId" value="&quot;551d0334-b55c-4fab-8f6b-3dd6638a09c8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ae3d88ff-0bd1-448e-aaea-df5cd1d97326}">
  <we:reference id="WA200003233" version="2.0.0.3" store="pt-BR" storeType="OMEX"/>
  <we:alternateReferences/>
  <we:properties>
    <we:property name="Microsoft.Office.CampaignId" value="&quot;none&quot;"/>
    <we:property name="reportUrl" value="&quot;/groups/me/reports/e3a72141-c19f-43b3-8eea-89f2ad2acb23/bd1464a28fc0dd784b66?bookmarkGuid=646d7095-767e-4ea7-9348-83967f413617&amp;bookmarkUsage=1&amp;ctid=fdc2ef3d-a3d1-4058-a908-011c1171e616&amp;fromEntryPoint=export&quot;"/>
    <we:property name="reportState" value="&quot;CONNECTED&quot;"/>
    <we:property name="artifactViewState" value="&quot;live&quot;"/>
    <we:property name="reportEmbeddedTime" value="&quot;2026-09-03T16:16:23.468Z&quot;"/>
    <we:property name="creatorSessionId" value="&quot;4c6348cb-16a7-45b7-9f9c-3421e6d076cf&quot;"/>
    <we:property name="creatorUserId" value="&quot;100320059D4DCC80&quot;"/>
    <we:property name="creatorTenantId" value="&quot;fdc2ef3d-a3d1-4058-a908-011c1171e616&quot;"/>
    <we:property name="pageDisplayName" value="&quot;Página 3&quot;"/>
    <we:property name="pageName" value="&quot;bd1464a28fc0dd784b66&quot;"/>
    <we:property name="reportName" value="&quot;Financial Sample&quot;"/>
    <we:property name="isVisualContainerHeaderHidden" value="false"/>
    <we:property name="isFiltersActionButtonVisible" value="true"/>
    <we:property name="initialStateBookmark" value="&quot;H4sIAAAAAAAAA+1WXW/TMBT9K5OfK5SmTfrx1pXyMtZVK+wFVejGvsm8uXbkOF1L1f/OtZNRViHGAzAEvCTOuV/nXh8r3jMhq1LBbg5rZGN2bsz9Guz9WZd1mG6xq6uLy8n1xcf55HJGsCmdNLpi4z1zYAt0N7KqQfkMBH5YdVhpsUK7wTk+NDZ6ykwq6XZs7GyNHQZKLaDwATmoioASbWU0KPkJm5iqcT10GG5LZSz4qksHDn3lDbnTN9HrvuoRKeBObnCJ3DVoJrr9tA/xMOeREINhP0tTcqsah0D+my4+dSg/NdqB1FTGY0nSF2mcRYIncRJH8TDDkcdzqVzrku1m29LSAGgsu9IPbkpcC2MlB8VCFzSWhvSeTY2q12E1e4IvTW05XmMeTNqFkVEZDZpLP5QDDWRhDY0rWKam1s7uAnxrHqYWqahg4+jQ+cJjIjYUTegpiUlRWCzAtZ+zX8LwvZauOlsaJYLlTa3bPYr+XM5nS1BYPc93RUgldaFazR7l865pYw2lPzHZHenOq+TwqFQqdveVFlup7IJ8fr42VgdvSrIoTvJcxCDSURb104yL/yL+IYa0zKX72wQh0iTlwJGno24PsNePec+n+m4HDrcuM9unXfhsOfB8MOilCe+OIBF5NGqIvbi8llisUbt/QV6lxOktWHeqMWMF2vNGTa+lffxNxp0T4i/a7WH1Ow/DURX+MAQFH0fG1kg3G78wtatKOiML0Bjql00KicGPxAJaoGjX1r/fStJ7szk3oGq/L+GSw0KRjb8LKXwmwF99WKAV2H0GCm9fJKgJAAA=&quot;"/>
    <we:property name="bookmark" value="&quot;H4sIAAAAAAAAA+1WTY/TMBD9K5XPFUrTJP247ZblhFYVgb2gHib2JOtdx44cp9tS9b8zdrJbtkLAAVgEXFrnzXjmzfOzkgMTsm0U7K+hRrZkl8bc12DvRxM2ZrrH0mQ2m6dxJMS8LFDEMZRIUdM4aXTLlgfmwFbobmTbgfKFCPy4GbPGYot2i9f40MfoVxZSSbdnS2c7HDNQag2V31CCaglo0LZGg5KfsN/T9qnHMcNdo4wF3zV34NB33lI6PRPLyaspkQLu5BZz5K5HCzFJsgTiecmJ/2yeFFlGaW2fEMh/NcWXDu1XRjuQmtp4LE0TkcVFJHgakyLxvMCFx0up3JBS7K92jSUBSJZ94/VbEdfKWMlBsTAFydKTPrCVUV0dVlfP8Nx0luM7LENIuyAZtdGgufSiHEmQtTUkV4isTKed3Qf41jysLFJTwZbRcfzE40JsaTeh5yQuqspiBW54vPolDD9o6dpRbpQIkTedHs4o+nM5j3JQ2H6f74aQVupKDZ492ed9P0YNjb8xxR35zrvk+OhUanb3hRcHq+yDfX6+NzZHH0qLKE7LUsQgskURJVnBxX8T/xBDWpbS/W2GEFmaceDIs8VkCjhNYj71pb45gcOdK8zu+RS+Wgm8nM2mWconC0hFGS16Yi9urxyrGrX7F+zVSFzdgnXnHjNWoL3s3fRa2sfXZDw+I/6i0x43v/MynFzhL0Nw8EkyViN92fiF6Vzb0B1Zg8bQv+lLSAx5ZBbQAsWwtv7/rSS/94dzA6rz5xI+clhoE7p9Bj0d8+J/CQAA&quot;"/>
    <we:property name="datasetId" value="&quot;1e48b956-cddf-48b3-a410-1414ed7ef727&quot;"/>
    <we:property name="embedUrl" value="&quot;/reportEmbed?reportId=e3a72141-c19f-43b3-8eea-89f2ad2acb23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E8F1E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Arthur Iglesias Polli</cp:lastModifiedBy>
  <cp:revision>3</cp:revision>
  <dcterms:created xsi:type="dcterms:W3CDTF">2018-06-07T21:39:02Z</dcterms:created>
  <dcterms:modified xsi:type="dcterms:W3CDTF">2026-09-03T16:24:56Z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